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"/><p:cNvSpPr><a:spLocks noGrp="1"/></p:cNvSpPr><p:nvPr><p:ph type="title"/></p:nvPr></p:nvSpPr>
        <p:spPr><a:xfrm><a:off x="685800" cy="457200"/><a:ext cx="7772400" cy="1143000"/></a:xfrm><a:prstGeom prst="rect"><a:avLst/></a:prstGeom></p:spPr>
        <p:txBody><a:bodyPr/><a:lstStyle/><a:p><a:pPr algn="ctr"/><a:r><a:rPr lang="en-US" sz="4400" b="1"><a:solidFill><a:srgbClr val="2B140A"/></a:solidFill><a:latin typeface="Poppins"/></a:rPr><a:t>Science Project - Volcanoes</a:t></a:r></a:p></p:txBody>
      </p:sp>
      <p:sp>
        <p:nvSpPr><p:cNvPr id="3" name="Subtitle"/><p:cNvSpPr><a:spLocks noGrp="1"/></p:cNvSpPr><p:nvPr><p:ph type="body" idx="1"/></p:nvPr></p:nvSpPr>
        <p:spPr><a:xfrm><a:off x="685800" cy="1828800"/><a:ext cx="7772400" cy="1143000"/></a:xfrm><a:prstGeom prst="rect"><a:avLst/></a:prstGeom></p:spPr>
        <p:txBody><a:bodyPr/><a:lstStyle/><a:p><a:pPr algn="ctr"/><a:r><a:rPr lang="en-US" sz="2800"><a:solidFill><a:srgbClr val="4A2B1A"/></a:solidFill><a:latin typeface="Inter"/></a:rPr><a:t>Earth Science & Geology</a:t></a:r></a:p></p:txBody>
      </p:sp>
    </p:spTree>
  </p:cSld>
</p:sld>
</file>

<file path=ppt/theme/theme1.xml><?xml version="1.0" encoding="utf-8"?>
<a:theme xmlns:a="http://schemas.openxmlformats.org/drawingml/2006/main" name="TecWiz Theme">
  <a:themeElements>
    <a:clrScheme name="TecWiz">
      <a:dk1>
        <a:sysClr val="windowText" lastClr="000000"/>
      </a:dk1>
      <a:lt1>
        <a:sysClr val="window" lastClr="FFFFFF"/>
      </a:lt1>
      <a:dk2>
        <a:srgbClr val="2B140A"/>
      </a:dk2>
      <a:lt2>
        <a:srgbClr val="F8F3EE"/>
      </a:lt2>
      <a:accent1>
        <a:srgbClr val="0F766E"/>
      </a:accent1>
      <a:accent2>
        <a:srgbClr val="4A2B1A"/>
      </a:accent2>
      <a:accent3>
        <a:srgbClr val="14B8A6"/>
      </a:accent3>
      <a:accent4>
        <a:srgbClr val="F58B1A"/>
      </a:accent4>
      <a:accent5>
        <a:srgbClr val="5BA3D9"/>
      </a:accent5>
      <a:accent6>
        <a:srgbClr val="E8743B"/>
      </a:accent6>
      <a:hlink>
        <a:srgbClr val="0F766E"/>
      </a:hlink>
      <a:folHlink>
        <a:srgbClr val="4A2B1A"/>
      </a:folHlink>
    </a:clrScheme>
    <a:fontScheme name="TecWiz">
      <a:majorFont>
        <a:latin typeface="Poppins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